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Autonomous Survey Boat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Mapping shallow coastal waters we've never mapped before — depth, water quality, and real data, one autonomous mission at a time.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Greece has huge amounts of coastline and thousands of small harbors, coves, and lakes with no modern depth map or water-quality baseline</a:t>
            </a:r>
          </a:p>
          <a:p>
            <a:pPr/>
            <a:r>
              <a:rPr sz="2000"/>
              <a:t>Professional survey boats + crews are expensive — nobody sends them to a small bay or lake</a:t>
            </a:r>
          </a:p>
          <a:p>
            <a:pPr/>
            <a:r>
              <a:rPr sz="2000"/>
              <a:t>Result: navigation hazards go unmapped, pollution/algae bloom risk goes unmonitored, coastal changes go untracked</a:t>
            </a:r>
          </a:p>
          <a:p>
            <a:pPr/>
            <a:r>
              <a:rPr sz="2000"/>
              <a:t>This data matters for boaters, fisheries, environmental monitoring, and coastal engineering — and it's simply missing for most small water bodies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 b="1"/>
              <a:t>Build an autonomous surface vehicle (ASV) — a small self-driving boat</a:t>
            </a:r>
          </a:p>
          <a:p>
            <a:pPr/>
            <a:r>
              <a:rPr sz="2000"/>
              <a:t>It drives a survey pattern over water completely on its own</a:t>
            </a:r>
          </a:p>
          <a:p>
            <a:pPr/>
            <a:r>
              <a:rPr sz="2000"/>
              <a:t>While moving, it continuously logs:</a:t>
            </a:r>
          </a:p>
          <a:p>
            <a:pPr lvl="1"/>
            <a:r>
              <a:rPr sz="1900"/>
              <a:t>Bottom depth (bathymetry) via downward sonar — like a fish finder</a:t>
            </a:r>
          </a:p>
          <a:p>
            <a:pPr lvl="1"/>
            <a:r>
              <a:rPr sz="1900"/>
              <a:t>Water quality: temperature, pH, turbidity, dissolved oxygen</a:t>
            </a:r>
          </a:p>
          <a:p>
            <a:pPr lvl="1"/>
            <a:r>
              <a:rPr sz="1900"/>
              <a:t>Exact GPS position for every single reading</a:t>
            </a:r>
          </a:p>
          <a:p>
            <a:pPr/>
            <a:r>
              <a:rPr sz="2000" b="1"/>
              <a:t>Result: a real, publishable map of a previously unsurveyed place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 Boat, Not a Submarine (Yet)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Underwater, you lose almost everything that makes robotics tractable:</a:t>
            </a:r>
          </a:p>
          <a:p>
            <a:pPr lvl="1"/>
            <a:r>
              <a:rPr sz="1900"/>
              <a:t>No GPS underwater — radio doesn't travel through water</a:t>
            </a:r>
          </a:p>
          <a:p>
            <a:pPr lvl="1"/>
            <a:r>
              <a:rPr sz="1900"/>
              <a:t>No WiFi/radio communication beyond a few centimeters</a:t>
            </a:r>
          </a:p>
          <a:p>
            <a:pPr lvl="1"/>
            <a:r>
              <a:rPr sz="1900"/>
              <a:t>Real pressure-hull engineering and active buoyancy control needed</a:t>
            </a:r>
          </a:p>
          <a:p>
            <a:pPr/>
            <a:r>
              <a:rPr sz="2000" b="1"/>
              <a:t>A surface vehicle keeps GPS and radio the ENTIRE mission</a:t>
            </a:r>
          </a:p>
          <a:p>
            <a:pPr/>
            <a:r>
              <a:rPr sz="2000"/>
              <a:t>A downward sonar still maps the sea floor beneath it — exactly how real hydrographic survey boats work</a:t>
            </a:r>
          </a:p>
          <a:p>
            <a:pPr/>
            <a:r>
              <a:rPr sz="2000"/>
              <a:t>We get the real goal (seafloor + water data) without the two hardest problems in underwater robotics</a:t>
            </a:r>
          </a:p>
          <a:p>
            <a:pPr/>
            <a:r>
              <a:rPr sz="1900" i="1"/>
              <a:t>Full submersible version: a realistic phase 2, after this works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— 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Hull: catamaran (twin pontoons) — stable, well-documented hobbyist design</a:t>
            </a:r>
          </a:p>
          <a:p>
            <a:pPr/>
            <a:r>
              <a:rPr sz="2000"/>
              <a:t>Propulsion: twin brushless motors + marine props, one per pontoon — steer by running one side faster (differential steering)</a:t>
            </a:r>
          </a:p>
          <a:p>
            <a:pPr/>
            <a:r>
              <a:rPr sz="2000"/>
              <a:t>Brain: ArduPilot "Rover" firmware on a Pixhawk-class autopilot board — open-source, proven, built exactly for GPS-waypoint autonomous vehicles</a:t>
            </a:r>
          </a:p>
          <a:p>
            <a:pPr/>
            <a:r>
              <a:rPr sz="2000"/>
              <a:t>Comms: long-range telemetry radio to a laptop on shore — ordinary radio works the whole mission, no underwater acoustic modem needed</a:t>
            </a:r>
          </a:p>
          <a:p>
            <a:pPr/>
            <a:r>
              <a:rPr sz="1900" i="1"/>
              <a:t>We integrate proven, open-source building blocks — our job is engineering integration, not inventing autopilot theory from scratch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Sensors — Every Kind That Gives Useful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1"/>
              <a:t>Core (MVP):</a:t>
            </a:r>
          </a:p>
          <a:p>
            <a:pPr lvl="1"/>
            <a:r>
              <a:rPr sz="1900"/>
              <a:t>GPS + compass/IMU — position and heading for every sample</a:t>
            </a:r>
          </a:p>
          <a:p>
            <a:pPr lvl="1"/>
            <a:r>
              <a:rPr sz="1900"/>
              <a:t>Downward sonar — bathymetry, the core "fish finder" capability</a:t>
            </a:r>
          </a:p>
          <a:p>
            <a:pPr lvl="1"/>
            <a:r>
              <a:rPr sz="1900"/>
              <a:t>Temperature, turbidity, pH probes — pollution and water condition indicators</a:t>
            </a:r>
          </a:p>
          <a:p>
            <a:pPr lvl="1"/>
            <a:r>
              <a:rPr sz="1900"/>
              <a:t>Dissolved oxygen — ecosystem health (fish kills, algae bloom risk)</a:t>
            </a:r>
          </a:p>
          <a:p>
            <a:pPr/>
            <a:r>
              <a:rPr sz="2000" b="1"/>
              <a:t>Stretch goals once MVP works:</a:t>
            </a:r>
          </a:p>
          <a:p>
            <a:pPr lvl="1"/>
            <a:r>
              <a:rPr sz="1900"/>
              <a:t>Conductivity/salinity, downward camera, lowered underwater camera pod on a winch — a genuine underwater element without full submersion risk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Structure — 13 People, 5 Sub-Teams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900"/>
              <a:t>Hull / Mechanical (3) — hull build, sensor mounting, waterproofing, winch mechanism</a:t>
            </a:r>
          </a:p>
          <a:p>
            <a:pPr/>
            <a:r>
              <a:rPr sz="1900"/>
              <a:t>Propulsion &amp; Power Electronics (2) — motors, ESCs, battery, power budget</a:t>
            </a:r>
          </a:p>
          <a:p>
            <a:pPr/>
            <a:r>
              <a:rPr sz="1900"/>
              <a:t>Embedded / Autopilot Integration (3) — ArduPilot setup, GPS/telemetry, waypoint missions, safety features</a:t>
            </a:r>
          </a:p>
          <a:p>
            <a:pPr/>
            <a:r>
              <a:rPr sz="1900"/>
              <a:t>Sensing (2) — sonar + water quality probe integration, calibration, GPS-tagged logging</a:t>
            </a:r>
          </a:p>
          <a:p>
            <a:pPr/>
            <a:r>
              <a:rPr sz="1900"/>
              <a:t>Backend / Dashboard / Mapping (3) — live telemetry dashboard, post-mission map generation</a:t>
            </a:r>
          </a:p>
          <a:p>
            <a:pPr/>
            <a:r>
              <a:rPr sz="1800" i="1"/>
              <a:t>Interface contracts between teams, weekly sync, bi-weekly demo keep 5 sub-teams working in parallel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6-Month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900"/>
              <a:t>Month 1 — Parts ordered, ArduPilot flashed, bench-tested manual motor control</a:t>
            </a:r>
          </a:p>
          <a:p>
            <a:pPr/>
            <a:r>
              <a:rPr sz="1900"/>
              <a:t>Month 2 — First in-water test (manual control), GPS + telemetry link live</a:t>
            </a:r>
          </a:p>
          <a:p>
            <a:pPr/>
            <a:r>
              <a:rPr sz="1900"/>
              <a:t>Month 3 — Sonar + water quality sensors integrated and logging</a:t>
            </a:r>
          </a:p>
          <a:p>
            <a:pPr/>
            <a:r>
              <a:rPr sz="1900"/>
              <a:t>Month 4 — Full autonomy: boat drives a survey grid unattended</a:t>
            </a:r>
          </a:p>
          <a:p>
            <a:pPr/>
            <a:r>
              <a:rPr sz="1900"/>
              <a:t>Month 5 — Real field survey of an unmapped local site — our actual dataset</a:t>
            </a:r>
          </a:p>
          <a:p>
            <a:pPr/>
            <a:r>
              <a:rPr sz="1900"/>
              <a:t>Month 6 — Published map, write-up, demo, poster, final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Honest Scope — What We're NOT Promising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Full submersion / true autonomous underwater vehicle (AUV)</a:t>
            </a:r>
          </a:p>
          <a:p>
            <a:pPr/>
            <a:r>
              <a:rPr sz="2000"/>
              <a:t>Underwater acoustic communication</a:t>
            </a:r>
          </a:p>
          <a:p>
            <a:pPr/>
            <a:r>
              <a:rPr sz="2000"/>
              <a:t>Open ocean or rough-sea operation — calm, shallow, sheltered water only</a:t>
            </a:r>
          </a:p>
          <a:p>
            <a:pPr/>
            <a:r>
              <a:rPr sz="2000"/>
              <a:t>Multi-vehicle swarm operation — this is a single-vehicle project</a:t>
            </a:r>
          </a:p>
          <a:p>
            <a:pPr/>
            <a:r>
              <a:rPr sz="1900" b="1" i="1"/>
              <a:t>These are legitimate phase-2 ideas if we want to keep going after 6 months — but promising them now would overcommit 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Covers every ECE discipline: mechanical/hull, power electronics, embedded/control systems, sensing, backend/software, data visualization</a:t>
            </a:r>
          </a:p>
          <a:p>
            <a:pPr/>
            <a:r>
              <a:rPr sz="2000"/>
              <a:t>Produces a REAL dataset of a REAL place — not just a demo, an actual open dataset we can publish</a:t>
            </a:r>
          </a:p>
          <a:p>
            <a:pPr/>
            <a:r>
              <a:rPr sz="2000"/>
              <a:t>Strong, honest engineering story for our CVs: "integrated an open-source autopilot stack with custom sensing across a full autonomous survey mission"</a:t>
            </a:r>
          </a:p>
          <a:p>
            <a:pPr/>
            <a:r>
              <a:rPr sz="2000"/>
              <a:t>Achievable in 6 months because we integrate proven building blocks (ArduPilot Rover) rather than inventing autopilot theory from scratch</a:t>
            </a:r>
          </a:p>
          <a:p>
            <a:pPr/>
            <a:r>
              <a:rPr sz="2000"/>
              <a:t>Clear, honest scope — we know exactly what we're building and what's future work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100"/>
              <a:t>Confirm the 5 sub-teams and assign a Technical Lead per team</a:t>
            </a:r>
          </a:p>
          <a:p>
            <a:pPr/>
            <a:r>
              <a:rPr sz="2100"/>
              <a:t>Lock the budget and funding approach (shared fund vs. department/sponsor grant)</a:t>
            </a:r>
          </a:p>
          <a:p>
            <a:pPr/>
            <a:r>
              <a:rPr sz="2100"/>
              <a:t>Finalize hull dimensions and order the first parts: autopilot board, GPS, motors/ESCs, battery</a:t>
            </a:r>
          </a:p>
          <a:p>
            <a:pPr/>
            <a:r>
              <a:rPr sz="2100"/>
              <a:t>Set up the repo, project board, and interface contracts for the 5 sub-teams</a:t>
            </a:r>
          </a:p>
          <a:p>
            <a:pPr/>
            <a:r>
              <a:rPr sz="2100" b="1"/>
              <a:t>Target: manual-controlled first water test by end of Month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